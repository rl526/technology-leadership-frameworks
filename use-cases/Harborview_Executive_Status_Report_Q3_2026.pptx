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58368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Report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292608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670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Infrastructure  •  Projects  •  Operations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090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  |  Deputy Chief Networking Officer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4198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|  Weekending September 30,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0" y="4864608"/>
            <a:ext cx="5303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33856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5969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Network Tickets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94419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Jan–Mar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72968" y="1024128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133856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64408" y="15969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Tickets YTD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794419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Apr–current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25896" y="1024128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17336" y="1133856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17336" y="15969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Points Failure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17336" y="1794419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139696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249424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11480" y="27124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Blind Spots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909987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closed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72968" y="2139696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64408" y="2249424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64408" y="27124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Outages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64408" y="2909987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Jan–current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25896" y="2139696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17336" y="2249424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117336" y="27124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 Reduction Goal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17336" y="2909987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6 months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218688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Readout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657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capacity outages remain the highest-risk issue — direct impact on Public Safety dispatch and Harbor Airport operations.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39684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 state assessment complete — 23 SPOFs and 14 monitoring blind spots identified and in remediation.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4279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Governance gap confirmed — no runbooks, no escalation matrix, no shift handoffs existed at start of engagement.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218688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Executive Focus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92040" y="3675888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6758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715000" y="367588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network capacity outages — Public Safety and Airport priority.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4005072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40050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15000" y="400507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resiliency buildout — HA firewall and circuit redundancy.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92040" y="4334256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715000" y="433425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all initiatives to Mayor Brayboy's Network Modernization Mandate.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|  Weekending September 30,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261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Current State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capacity crisis, governance gap, before picture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8092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105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8105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Mayoral &amp; CIO Strategic Initiatives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810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Brayboy mandates, CIO Taylor alignment, named directives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194560"/>
            <a:ext cx="8092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591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359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Status Map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active initiatives — health indicators, owners, targets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43200"/>
            <a:ext cx="8092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07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9077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 — Red Indicators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907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Capacity Outages — full scorecard and recovery plan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8092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564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456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&amp; Strategic Roadmap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Reliability, network buildout, capacity resolution — phased plan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840480"/>
            <a:ext cx="8092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050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005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Decisions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4005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actions required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|  Weekending September 30,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Current State Assessment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804672"/>
          </a:xfrm>
          <a:prstGeom prst="roundRect">
            <a:avLst>
              <a:gd name="adj" fmla="val 9091"/>
            </a:avLst>
          </a:prstGeom>
          <a:solidFill>
            <a:srgbClr val="1122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City of Harborview entered 2025 with a network environment operating without strategy, governance, or transparency. Chronic network capacity failures were causing active outages across Public Safety and Harbor International Airport. Critical initiatives were unmanaged due to a leadership staffing shortage. The sole operating objective was keeping the lights 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938528"/>
            <a:ext cx="2029968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048256"/>
            <a:ext cx="1847088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251130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Capacity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708819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Jan–Mar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96312" y="1938528"/>
            <a:ext cx="2029968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87752" y="2048256"/>
            <a:ext cx="1847088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87752" y="251130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Undocumented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Points Fail.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2708819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Day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72584" y="1938528"/>
            <a:ext cx="2029968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64024" y="2048256"/>
            <a:ext cx="1847088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64024" y="251130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Spots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4024" y="2708819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alerts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48856" y="1938528"/>
            <a:ext cx="2029968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0296" y="2048256"/>
            <a:ext cx="1847088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940296" y="251130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Matrix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0296" y="2708819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existed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035808"/>
            <a:ext cx="41605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127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Gap — Confirmed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45643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network strategy aligned to CIO requirements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67588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runbooks or documented escalation procedures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389534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shift handoff standards — knowledge loss at every transition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11480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project scorecard transparency — leadership operating blind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3342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Critical initiatives stalled — staffing shortage unaddressed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035808"/>
            <a:ext cx="41605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3127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Impact — Confirmed Stakeholders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45643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4564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577840" y="34564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Dispatch — Network outages disrupting 911 routing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785616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78561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577840" y="37856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 International Airport — Circuit failures — intermittent connectivity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411480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1148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577840" y="41148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City Departments — No communication — no escalation path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4443984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4439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577840" y="44439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Office — No visibility into network posture or risk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|  Weekending September 30,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Mayoral &amp; CIO Strategic Initiatives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475488"/>
          </a:xfrm>
          <a:prstGeom prst="roundRect">
            <a:avLst>
              <a:gd name="adj" fmla="val 11538"/>
            </a:avLst>
          </a:prstGeom>
          <a:solidFill>
            <a:srgbClr val="1122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Minerva Brayboy  |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Modernization Mandate — Issued January 2025  |  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Janelle Taylor — Strategic Alignment Owner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Mayoral Directives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84832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848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98448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M-01  Network Resiliency Initiative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2402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single points of failure citywide — Public Safety and Airport first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96896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98448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M-02  Network Availability Mandate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98448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availability target — Public Safety and Airport — 24/7 operational standard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255264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0156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015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98448" y="3310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M-03  Digital Equity — ConnectHarborview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98448" y="3557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Broadband expansion — underserved neighborhoods — Phase 1 scoping Q2 2025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913632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05993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59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98448" y="3968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M-04  Public Safety Network Upgrade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98448" y="42153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outages actively impacting dispatch — Mayoral priority — immediate resolution required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16002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Strategic Initiatives — Janelle Taylor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938528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084832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0848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41848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C-01  Network Process Improvement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41848" y="22402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runbooks, escalation matrix, shift handoffs — 30-day delivery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596896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743200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743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41848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C-02  Network Technology Strategy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41848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strategy aligned to Mayoral mandates — R. Lowery lead — Q2 delivery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255264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40156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4015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41848" y="3310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C-03  Copper-to-Fiber Migration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41848" y="3557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remote City facilities — assessment complete — migration Phase 1 Q3 2025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913632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405993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4059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41848" y="3968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C-04  NIST 800-53 Network Compliance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41848" y="42153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assessment complete — remediation roadmap — 80% compliance target 12 months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0040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|  Weekending September 30, 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Status 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155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Mayoral Portfolio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" y="157276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16736" y="15636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Capacity Outages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16736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—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39312" y="160934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" y="1993392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04825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04825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16736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Resiliency Initiative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16736" y="22494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39312" y="20848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Q1–Q2 2025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" y="2468880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523744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5237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16736" y="2514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Network Upgrade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16736" y="27249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39312" y="25603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Q1–Q2 2025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" y="2944368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2999232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9992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16736" y="2990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ConnectHarborview Broadband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16736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 Q2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39312" y="30358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Q2–Q3 2025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" y="3419856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3474720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6C7A89"/>
          </a:solidFill>
          <a:ln w="12700">
            <a:solidFill>
              <a:srgbClr val="6C7A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4747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16736" y="34655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 Replacement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16736" y="36758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Post-stabilization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39312" y="35112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Q2–Q3 2025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" y="3895344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395020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9502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16736" y="39410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 Airport Connectivity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316736" y="41513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39312" y="398678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Q2–Q3 2025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1024128"/>
            <a:ext cx="416052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46320" y="11155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Strategic Portfolio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818888" y="157276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15727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0136" y="15636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Process Improvement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0136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delivery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18888" y="1993392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18888" y="204825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204825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60136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Technology Strategy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660136" y="22494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18888" y="2468880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18888" y="2523744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18888" y="25237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660136" y="2514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Coverage Expansion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60136" y="27249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18888" y="2944368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18888" y="2999232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18888" y="29992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60136" y="2990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Copper-to-Fiber Migration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660136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Q3 2025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18888" y="3419856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18888" y="3474720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18888" y="34747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660136" y="34655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800-53 Compliance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660136" y="36758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roadmap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18888" y="3895344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18888" y="395020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6C7A89"/>
          </a:solidFill>
          <a:ln w="12700">
            <a:solidFill>
              <a:srgbClr val="6C7A8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18888" y="39502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660136" y="39410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 Deployment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660136" y="41513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Post-stabilization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20040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|  Weekending September 30, 2026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27432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821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indicators — full scorecard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0" y="4864608"/>
            <a:ext cx="5303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Project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37560" y="10515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60520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40680" y="1051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 / Owner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35240" y="10515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447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Capacity Outages — Public Safety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0128" y="1508760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5087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60520" y="1444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Response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94960" y="1444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Brayboy / R. Lowery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43800" y="144475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1847088"/>
            <a:ext cx="8503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847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 Airport Circuit Restoration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0128" y="191109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9110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0520" y="18470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94960" y="18470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Taylor / R. Lowery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43800" y="184708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249424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2494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Resiliency — HA Firewall Deploy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0128" y="2313432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3134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60520" y="22494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94960" y="22494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Taylor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43800" y="224942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651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Coverage — Blind Spot Closure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10128" y="271576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27157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60520" y="26517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94960" y="2651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43800" y="26517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054096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0540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Process Improvement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10128" y="3118104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31181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60520" y="3054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94960" y="30540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43800" y="305409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3456432"/>
            <a:ext cx="8503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4564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Copper-to-Fiber — Remote Facilities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310128" y="3520440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35204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60520" y="3456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394960" y="3456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Taylor / R. Lowery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543800" y="34564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3858768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587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800-53 Network Compliance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310128" y="392277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10128" y="39227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160520" y="38587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Assessment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394960" y="3858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/ R. Lowery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543800" y="38587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" y="4261104"/>
            <a:ext cx="8503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2611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 Deployment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310128" y="4325112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6C7A89"/>
          </a:solidFill>
          <a:ln w="12700">
            <a:solidFill>
              <a:srgbClr val="6C7A8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10128" y="43251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60520" y="42611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Hold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394960" y="42611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Taylor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543800" y="42611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0040" y="4690872"/>
            <a:ext cx="8503920" cy="91440"/>
          </a:xfrm>
          <a:prstGeom prst="roundRect">
            <a:avLst>
              <a:gd name="adj" fmla="val 40000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20040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|  Weekending September 30, 2026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  |  RED PROJECT SCORECARD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Capacity Outages — Public Safety &amp; Airport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49377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937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8483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92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Completion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1521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 — June 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2888" y="950976"/>
            <a:ext cx="208483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9692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24328" y="11521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Minerva Brayboy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45736" y="950976"/>
            <a:ext cx="208483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9692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Owner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37176" y="11521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Lowery, Deputy CNO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58584" y="950976"/>
            <a:ext cx="208483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0024" y="9692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Phase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50024" y="11521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Response / Remediation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554480"/>
            <a:ext cx="8503920" cy="475488"/>
          </a:xfrm>
          <a:prstGeom prst="roundRect">
            <a:avLst>
              <a:gd name="adj" fmla="val 11538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5727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/ Scope: 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08760" y="157276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network capacity failures causing active service outages at Public Safety Dispatch (911 routing impacted) and Harbor International Airport. Root cause: aging WAN infrastructure, no circuit redundancy, bandwidth saturation at peak load. Mayoral directive issued January 2025. Immediate remediation required.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103120"/>
            <a:ext cx="416052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1762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Assigned Resources — Role — Allocation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2487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36192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Deputy CNO — Executive Lead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58768" y="2487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27066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Salado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36192" y="2706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Network Engineer — WAN Lead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8768" y="27066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Youngblood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36192" y="2926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Engineer — Circuit Analysis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58768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3145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Caldwell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36192" y="3145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 Lead — Monitoring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58768" y="31455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33649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Romano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36192" y="3364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PM/BA — Coordination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58768" y="3364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103120"/>
            <a:ext cx="416052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46320" y="21762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Risks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6320" y="2487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911 routing degradation during peak capacity events — life safety impact if not resolved before Q2.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27614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Airport connectivity failure during weather or surge events — single carrier, no backup circuit.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30358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Budget approval for circuit upgrades pending — delay extends outage exposure beyond Q2 target.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33101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Senior engineer bandwidth — 3 of 5 assigned engineers simultaneously supporting other P1 events.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3675888"/>
            <a:ext cx="850392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/ Activity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206240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69280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772400" y="36758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" y="3986784"/>
            <a:ext cx="8503920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3986784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 bandwidth assessment — Tier 1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60520" y="3986784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Salado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06440" y="398678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863840" y="398678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15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" y="4160520"/>
            <a:ext cx="8503920" cy="1737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160520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circuit — Public Safety HQ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160520" y="4160520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06440" y="4160520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863840" y="416052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15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0040" y="4334256"/>
            <a:ext cx="8503920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334256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failover test — Public Safety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160520" y="4334256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Youngblood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806440" y="433425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863840" y="433425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22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4507992"/>
            <a:ext cx="8503920" cy="1737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50799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backup circuit activation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160520" y="4507992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Salado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806440" y="4507992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863840" y="4507992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20040" y="4681728"/>
            <a:ext cx="8503920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4681728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 capacity threshold alerting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160520" y="468172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Caldwell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06440" y="468172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863840" y="4681728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28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20040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|  Weekending September 30, 2026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&amp; Strategic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245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280160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801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298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Network Reliability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all 23 confirmed SPOFs. Achieve 99.99% availability — Public Safety and Airport. Establish 24/7 NOC monitoring coverage at 100%.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7448" y="1115568"/>
            <a:ext cx="42245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80160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801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298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Network Capacity Crisis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all 32 active outage events. Deploy secondary circuits at all Tier 1 locations. Implement capacity monitoring and auto-alerting by Q2 2025.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2245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" y="3090672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090672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3272" y="31089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Buildout &amp; Modernization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547872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copper-to-fiber migration across 17 remote facilities. Deploy SD-WAN at Tier 1 and 2 locations. Expand managed device coverage citywide.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27448" y="2926080"/>
            <a:ext cx="42245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090672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90672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1089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Transparency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547872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runbook library. Standardized escalation matrix. Shift handoff compliance 100%. Monthly scorecard reporting to CIO and Deputy CIOs.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626864"/>
            <a:ext cx="8503920" cy="164592"/>
          </a:xfrm>
          <a:prstGeom prst="roundRect">
            <a:avLst>
              <a:gd name="adj" fmla="val 22222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|  Weekending September 30,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Decisions Required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9260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89888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841248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36192" y="1481328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approval — secondary circuit procurement — Public Safety HQ and Airport — est. $480K — CIO Taylor / Mayor Brayboy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304288"/>
            <a:ext cx="841248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042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36192" y="2231136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staffing authorization — 2 senior network engineers — contract support — 6-month engagement to close capacity gap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054096"/>
            <a:ext cx="84124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5409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36192" y="2980944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Technology Strategy — Q2 2025 delivery — CIO approval required to proceed to Mayoral briefing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639312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096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803904"/>
            <a:ext cx="841248" cy="274320"/>
          </a:xfrm>
          <a:prstGeom prst="roundRect">
            <a:avLst>
              <a:gd name="adj" fmla="val 13333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0390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536192" y="3730752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Copper-to-fiber migration Phase 1 scope and budget — 17 facilities — est. $1.2M capital — Q3 2025 start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  |  Deputy Chief Networking Officer  |  City of Harborview OIT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|  Weekending September 30,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Harborview OIT — Executive Status Report Q3 2026</dc:title>
  <dc:subject>PptxGenJS Presentation</dc:subject>
  <dc:creator>R. Lowery</dc:creator>
  <cp:lastModifiedBy>R. Lowery</cp:lastModifiedBy>
  <cp:revision>1</cp:revision>
  <dcterms:created xsi:type="dcterms:W3CDTF">2026-06-11T17:04:28Z</dcterms:created>
  <dcterms:modified xsi:type="dcterms:W3CDTF">2026-06-11T17:04:28Z</dcterms:modified>
</cp:coreProperties>
</file>